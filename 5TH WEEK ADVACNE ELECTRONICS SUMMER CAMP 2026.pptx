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60" r:id="rId3"/>
    <p:sldId id="256" r:id="rId4"/>
    <p:sldId id="257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0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0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COMPUTER HOUSE\AppData\Local\Packages\5319275A.WhatsAppDesktop_cv1g1gvanyjgm\LocalState\sessions\1A720AC40C7313E84CD0EA8A753F9ACFA909F506\transfers\2026-25\WhatsApp Image 2026-06-29 at 10.13.29 PM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28700"/>
            <a:ext cx="12192000" cy="891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040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" y="0"/>
            <a:ext cx="11482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8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HOUSE</dc:creator>
  <cp:lastModifiedBy>COMPUTER HOUSE</cp:lastModifiedBy>
  <cp:revision>7</cp:revision>
  <dcterms:created xsi:type="dcterms:W3CDTF">2026-06-23T09:05:46Z</dcterms:created>
  <dcterms:modified xsi:type="dcterms:W3CDTF">2026-06-23T11:11:20Z</dcterms:modified>
</cp:coreProperties>
</file>